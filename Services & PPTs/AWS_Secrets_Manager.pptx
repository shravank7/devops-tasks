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4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5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0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3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7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0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9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1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02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04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9507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63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39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49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60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3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42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Secrets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Securely store and manage secrets</a:t>
            </a:r>
          </a:p>
          <a:p>
            <a:r>
              <a:rPr dirty="0"/>
              <a:t>Managed service by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Secrets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Secrets Manager securely stores sensitive information</a:t>
            </a:r>
          </a:p>
          <a:p>
            <a:r>
              <a:t>Used for passwords, API keys, tokens, and credentials</a:t>
            </a:r>
          </a:p>
          <a:p>
            <a:r>
              <a:t>Helps applications retrieve secrets securely</a:t>
            </a:r>
          </a:p>
          <a:p>
            <a:r>
              <a:t>Fully managed AWS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AWS Secrets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hardcoding passwords</a:t>
            </a:r>
          </a:p>
          <a:p>
            <a:r>
              <a:t>Improve security</a:t>
            </a:r>
          </a:p>
          <a:p>
            <a:r>
              <a:t>Enable automatic secret rotation</a:t>
            </a:r>
          </a:p>
          <a:p>
            <a:r>
              <a:t>Centralized secret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Secrets Manager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requests secret</a:t>
            </a:r>
          </a:p>
          <a:p>
            <a:r>
              <a:t>AWS authenticates request</a:t>
            </a:r>
          </a:p>
          <a:p>
            <a:r>
              <a:t>Secret is decrypted using AWS KMS</a:t>
            </a:r>
          </a:p>
          <a:p>
            <a:r>
              <a:t>Secret is returned securely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Secrets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credentials</a:t>
            </a:r>
          </a:p>
          <a:p>
            <a:r>
              <a:t>API keys</a:t>
            </a:r>
          </a:p>
          <a:p>
            <a:r>
              <a:t>Authentication tokens</a:t>
            </a:r>
          </a:p>
          <a:p>
            <a:r>
              <a:t>SSH keys</a:t>
            </a:r>
          </a:p>
          <a:p>
            <a:r>
              <a:t>Application secrets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secret rotation</a:t>
            </a:r>
          </a:p>
          <a:p>
            <a:r>
              <a:t>Encryption using AWS KMS</a:t>
            </a:r>
          </a:p>
          <a:p>
            <a:r>
              <a:t>Access control using IAM</a:t>
            </a:r>
          </a:p>
          <a:p>
            <a:r>
              <a:t>Audit logging with CloudTrail</a:t>
            </a:r>
          </a:p>
          <a:p>
            <a:r>
              <a:t>High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→ Secrets Manager → AWS KMS</a:t>
            </a:r>
          </a:p>
          <a:p>
            <a:r>
              <a:t>Secrets stored securely</a:t>
            </a:r>
          </a:p>
          <a:p>
            <a:r>
              <a:t>Applications access secrets dynamically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authentication</a:t>
            </a:r>
          </a:p>
          <a:p>
            <a:r>
              <a:t>Third-party API access</a:t>
            </a:r>
          </a:p>
          <a:p>
            <a:r>
              <a:t>DevOps pipelines</a:t>
            </a:r>
          </a:p>
          <a:p>
            <a:r>
              <a:t>Cloud-native applications</a:t>
            </a:r>
          </a:p>
          <a:p>
            <a:r>
              <a:t>Microservices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security</a:t>
            </a:r>
          </a:p>
          <a:p>
            <a:r>
              <a:t>Reduced credential exposure</a:t>
            </a:r>
          </a:p>
          <a:p>
            <a:r>
              <a:t>Centralized management</a:t>
            </a:r>
          </a:p>
          <a:p>
            <a:r>
              <a:t>Easy AWS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Secrets Manager vs Parameter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Secrets Manager supports automatic rotation</a:t>
            </a:r>
          </a:p>
          <a:p>
            <a:r>
              <a:t>Parameter Store is cheaper</a:t>
            </a:r>
          </a:p>
          <a:p>
            <a:r>
              <a:t>Secrets Manager is best for sensitive credentials</a:t>
            </a:r>
          </a:p>
          <a:p>
            <a:r>
              <a:t>Both support encryption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secret rotation</a:t>
            </a:r>
          </a:p>
          <a:p>
            <a:r>
              <a:t>Use IAM roles</a:t>
            </a:r>
          </a:p>
          <a:p>
            <a:r>
              <a:t>Restrict access permissions</a:t>
            </a:r>
          </a:p>
          <a:p>
            <a:r>
              <a:t>Monitor using CloudWatch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Boto3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boto3 library</a:t>
            </a:r>
          </a:p>
          <a:p>
            <a:r>
              <a:t>Retrieve secrets dynamically</a:t>
            </a:r>
          </a:p>
          <a:p>
            <a:r>
              <a:t>Avoid storing passwords in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Secrets Manager securely stores secrets</a:t>
            </a:r>
          </a:p>
          <a:p>
            <a:r>
              <a:t>Supports encryption and rotation</a:t>
            </a:r>
          </a:p>
          <a:p>
            <a:r>
              <a:t>Improves application security</a:t>
            </a:r>
          </a:p>
          <a:p>
            <a:r>
              <a:t>Widely used in cloud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534" y="2446110"/>
            <a:ext cx="7055380" cy="140053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230</Words>
  <Application>Microsoft Office PowerPoint</Application>
  <PresentationFormat>On-screen Show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AWS Secrets Manager</vt:lpstr>
      <vt:lpstr>What is AWS Secrets Manager?</vt:lpstr>
      <vt:lpstr>Why Use AWS Secrets Manager?</vt:lpstr>
      <vt:lpstr>How AWS Secrets Manager Works</vt:lpstr>
      <vt:lpstr>Types of Secrets</vt:lpstr>
      <vt:lpstr>Key Features</vt:lpstr>
      <vt:lpstr>Architecture Flow</vt:lpstr>
      <vt:lpstr>Use Cases</vt:lpstr>
      <vt:lpstr>Advantages</vt:lpstr>
      <vt:lpstr>AWS Secrets Manager vs Parameter Store</vt:lpstr>
      <vt:lpstr>Best Practices</vt:lpstr>
      <vt:lpstr>Python Boto3 Example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2026-05-07T06:46:35Z</dcterms:modified>
  <cp:category/>
</cp:coreProperties>
</file>