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-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22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920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332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51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20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840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978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7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51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377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7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9923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89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713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545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3701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431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838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Simple Queue Service (SQS)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Fully Managed Message Queuing Service by 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Amazon SQS?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Amazon SQS is a fully managed message queuing service</a:t>
            </a:r>
          </a:p>
          <a:p>
            <a:r>
              <a:t>Enables asynchronous communication</a:t>
            </a:r>
          </a:p>
          <a:p>
            <a:r>
              <a:t>Improves scalability and reliability</a:t>
            </a:r>
          </a:p>
          <a:p>
            <a:r>
              <a:t>Part of AWS cloud 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SQS?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Decouples application components</a:t>
            </a:r>
          </a:p>
          <a:p>
            <a:r>
              <a:t>Handles traffic spikes</a:t>
            </a:r>
          </a:p>
          <a:p>
            <a:r>
              <a:t>Improves fault tolerance</a:t>
            </a:r>
          </a:p>
          <a:p>
            <a:r>
              <a:t>Prevents system overload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Amazon SQS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Producer sends message</a:t>
            </a:r>
          </a:p>
          <a:p>
            <a:r>
              <a:t>SQS stores message</a:t>
            </a:r>
          </a:p>
          <a:p>
            <a:r>
              <a:t>Consumer processes message</a:t>
            </a:r>
          </a:p>
          <a:p>
            <a:r>
              <a:t>Message gets deleted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SQS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Queue</a:t>
            </a:r>
          </a:p>
          <a:p>
            <a:r>
              <a:t>FIFO Queue</a:t>
            </a:r>
          </a:p>
          <a:p>
            <a:r>
              <a:t>Standard = High throughput</a:t>
            </a:r>
          </a:p>
          <a:p>
            <a:r>
              <a:t>FIFO = Ordered 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 scaling</a:t>
            </a:r>
          </a:p>
          <a:p>
            <a:r>
              <a:t>High durability</a:t>
            </a:r>
          </a:p>
          <a:p>
            <a:r>
              <a:t>Dead-letter queues</a:t>
            </a:r>
          </a:p>
          <a:p>
            <a:r>
              <a:t>Encryption support</a:t>
            </a:r>
          </a:p>
          <a:p>
            <a:r>
              <a:t>Long polling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Microservices</a:t>
            </a:r>
          </a:p>
          <a:p>
            <a:r>
              <a:t>Order processing</a:t>
            </a:r>
          </a:p>
          <a:p>
            <a:r>
              <a:t>Background jobs</a:t>
            </a:r>
          </a:p>
          <a:p>
            <a:r>
              <a:t>Notification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Integrations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Lambda</a:t>
            </a:r>
          </a:p>
          <a:p>
            <a:r>
              <a:t>Amazon SNS</a:t>
            </a:r>
          </a:p>
          <a:p>
            <a:r>
              <a:t>Amazon EC2</a:t>
            </a:r>
          </a:p>
          <a:p>
            <a:r>
              <a:t>AWS Step Functions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Scalable</a:t>
            </a:r>
          </a:p>
          <a:p>
            <a:r>
              <a:t>Reliable</a:t>
            </a:r>
          </a:p>
          <a:p>
            <a:r>
              <a:t>Easy to use</a:t>
            </a:r>
          </a:p>
          <a:p>
            <a:r>
              <a:t>Cost-effective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dead-letter queues</a:t>
            </a:r>
          </a:p>
          <a:p>
            <a:r>
              <a:t>Enable encryption</a:t>
            </a:r>
          </a:p>
          <a:p>
            <a:r>
              <a:t>Monitor with CloudWatch</a:t>
            </a:r>
          </a:p>
          <a:p>
            <a:r>
              <a:t>Delete processed messages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Amazon SQS helps applications communicate reliably</a:t>
            </a:r>
          </a:p>
          <a:p>
            <a:r>
              <a:t>Supports distributed systems</a:t>
            </a:r>
          </a:p>
          <a:p>
            <a:r>
              <a:t>Improves scalability and fault tolerance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310" y="2363814"/>
            <a:ext cx="7055380" cy="1400530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49</TotalTime>
  <Words>157</Words>
  <Application>Microsoft Office PowerPoint</Application>
  <PresentationFormat>On-screen Show (4:3)</PresentationFormat>
  <Paragraphs>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Ion</vt:lpstr>
      <vt:lpstr>Amazon Simple Queue Service (SQS)</vt:lpstr>
      <vt:lpstr>What is Amazon SQS?</vt:lpstr>
      <vt:lpstr>Why Use SQS?</vt:lpstr>
      <vt:lpstr>How Amazon SQS Works</vt:lpstr>
      <vt:lpstr>Types of SQS Queues</vt:lpstr>
      <vt:lpstr>Key Features</vt:lpstr>
      <vt:lpstr>Use Cases</vt:lpstr>
      <vt:lpstr>AWS Integrations</vt:lpstr>
      <vt:lpstr>Advantages</vt:lpstr>
      <vt:lpstr>Best Practices</vt:lpstr>
      <vt:lpstr>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shravan</dc:creator>
  <cp:keywords/>
  <dc:description>generated using python-pptx</dc:description>
  <cp:lastModifiedBy>shravankadavergu@outlook.com</cp:lastModifiedBy>
  <cp:revision>2</cp:revision>
  <dcterms:created xsi:type="dcterms:W3CDTF">2013-01-27T09:14:16Z</dcterms:created>
  <dcterms:modified xsi:type="dcterms:W3CDTF">2026-05-07T05:36:37Z</dcterms:modified>
  <cp:category/>
</cp:coreProperties>
</file>