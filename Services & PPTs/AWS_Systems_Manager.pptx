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4" d="100"/>
          <a:sy n="64" d="100"/>
        </p:scale>
        <p:origin x="1340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875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526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03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51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74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03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3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0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95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781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89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112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856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339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262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45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74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8711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Systems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Infrastructure management service by AWS</a:t>
            </a:r>
          </a:p>
          <a:p>
            <a:r>
              <a:rPr dirty="0"/>
              <a:t>Automates operational tasks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AWS Systems Manager?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Fully managed infrastructure management service</a:t>
            </a:r>
          </a:p>
          <a:p>
            <a:r>
              <a:t>Helps manage AWS and on-premises servers</a:t>
            </a:r>
          </a:p>
          <a:p>
            <a:r>
              <a:t>Centralized operational management</a:t>
            </a:r>
          </a:p>
          <a:p>
            <a:r>
              <a:t>Improves security and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AWS Systems Manager?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manual operational tasks</a:t>
            </a:r>
          </a:p>
          <a:p>
            <a:r>
              <a:t>Automate infrastructure management</a:t>
            </a:r>
          </a:p>
          <a:p>
            <a:r>
              <a:t>Improve compliance and security</a:t>
            </a:r>
          </a:p>
          <a:p>
            <a:r>
              <a:t>Centralized monitoring and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AWS Systems Manager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SSM Agent runs on instances</a:t>
            </a:r>
          </a:p>
          <a:p>
            <a:r>
              <a:t>Administrator sends commands</a:t>
            </a:r>
          </a:p>
          <a:p>
            <a:r>
              <a:t>Systems Manager executes tasks securely</a:t>
            </a:r>
          </a:p>
          <a:p>
            <a:r>
              <a:t>Results are monitored centrally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Session Manager</a:t>
            </a:r>
          </a:p>
          <a:p>
            <a:r>
              <a:t>Patch Manager</a:t>
            </a:r>
          </a:p>
          <a:p>
            <a:r>
              <a:t>Automation</a:t>
            </a:r>
          </a:p>
          <a:p>
            <a:r>
              <a:t>Run Command</a:t>
            </a:r>
          </a:p>
          <a:p>
            <a:r>
              <a:t>Parameter Store</a:t>
            </a:r>
          </a:p>
          <a:p>
            <a:r>
              <a:t>Inventory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remote access to EC2 instances</a:t>
            </a:r>
          </a:p>
          <a:p>
            <a:r>
              <a:t>No SSH keys required</a:t>
            </a:r>
          </a:p>
          <a:p>
            <a:r>
              <a:t>Improves access security</a:t>
            </a:r>
          </a:p>
          <a:p>
            <a:r>
              <a:t>Supports audit logging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Patch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Automates operating system patching</a:t>
            </a:r>
          </a:p>
          <a:p>
            <a:r>
              <a:t>Helps maintain compliance</a:t>
            </a:r>
          </a:p>
          <a:p>
            <a:r>
              <a:t>Supports Windows and Linux</a:t>
            </a:r>
          </a:p>
          <a:p>
            <a:r>
              <a:t>Schedules patch updates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Execute commands remotely</a:t>
            </a:r>
          </a:p>
          <a:p>
            <a:r>
              <a:t>Manage multiple servers at once</a:t>
            </a:r>
          </a:p>
          <a:p>
            <a:r>
              <a:t>Automate administrative tasks</a:t>
            </a:r>
          </a:p>
          <a:p>
            <a:r>
              <a:t>No direct server login 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 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Securely stores configuration data</a:t>
            </a:r>
          </a:p>
          <a:p>
            <a:r>
              <a:t>Stores secrets and passwords</a:t>
            </a:r>
          </a:p>
          <a:p>
            <a:r>
              <a:t>Supports encryption</a:t>
            </a:r>
          </a:p>
          <a:p>
            <a:r>
              <a:t>Easy application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Managing EC2 instances</a:t>
            </a:r>
          </a:p>
          <a:p>
            <a:r>
              <a:t>Infrastructure automation</a:t>
            </a:r>
          </a:p>
          <a:p>
            <a:r>
              <a:t>Patch management</a:t>
            </a:r>
          </a:p>
          <a:p>
            <a:r>
              <a:t>Configuration management</a:t>
            </a:r>
          </a:p>
          <a:p>
            <a:r>
              <a:t>Secure administration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infrastructure management</a:t>
            </a:r>
          </a:p>
          <a:p>
            <a:r>
              <a:t>Reduced operational complexity</a:t>
            </a:r>
          </a:p>
          <a:p>
            <a:r>
              <a:t>Improved security</a:t>
            </a:r>
          </a:p>
          <a:p>
            <a:r>
              <a:t>Scalable automation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 logging and monitoring</a:t>
            </a:r>
          </a:p>
          <a:p>
            <a:r>
              <a:t>Use IAM roles</a:t>
            </a:r>
          </a:p>
          <a:p>
            <a:r>
              <a:t>Keep SSM Agent updated</a:t>
            </a:r>
          </a:p>
          <a:p>
            <a:r>
              <a:t>Use automation documents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Systems Manager simplifies infrastructure operations</a:t>
            </a:r>
          </a:p>
          <a:p>
            <a:r>
              <a:t>Supports automation and security</a:t>
            </a:r>
          </a:p>
          <a:p>
            <a:r>
              <a:t>Helps manage cloud resources efficiently</a:t>
            </a:r>
          </a:p>
          <a:p>
            <a:r>
              <a:t>Widely used in DevOps and cloud operations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9432" y="2450483"/>
            <a:ext cx="7055380" cy="1400530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</TotalTime>
  <Words>222</Words>
  <Application>Microsoft Office PowerPoint</Application>
  <PresentationFormat>On-screen Show (4:3)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Ion</vt:lpstr>
      <vt:lpstr>AWS Systems Manager</vt:lpstr>
      <vt:lpstr>What is AWS Systems Manager?</vt:lpstr>
      <vt:lpstr>Why Use AWS Systems Manager?</vt:lpstr>
      <vt:lpstr>How AWS Systems Manager Works</vt:lpstr>
      <vt:lpstr>Key Features</vt:lpstr>
      <vt:lpstr>Session Manager</vt:lpstr>
      <vt:lpstr>Patch Manager</vt:lpstr>
      <vt:lpstr>Run Command</vt:lpstr>
      <vt:lpstr>Parameter Store</vt:lpstr>
      <vt:lpstr>Use Cases</vt:lpstr>
      <vt:lpstr>Advantages</vt:lpstr>
      <vt:lpstr>Best Practices</vt:lpstr>
      <vt:lpstr>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shravan</dc:creator>
  <cp:keywords/>
  <dc:description>generated using python-pptx</dc:description>
  <cp:lastModifiedBy>shravankadavergu@outlook.com</cp:lastModifiedBy>
  <cp:revision>2</cp:revision>
  <dcterms:created xsi:type="dcterms:W3CDTF">2013-01-27T09:14:16Z</dcterms:created>
  <dcterms:modified xsi:type="dcterms:W3CDTF">2026-05-07T10:28:31Z</dcterms:modified>
  <cp:category/>
</cp:coreProperties>
</file>