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D63F7-A0B0-4550-8B14-FCB729E34369}" v="10" dt="2026-05-06T13:15:37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ankadavergu@outlook.com" userId="ab57b37da42db099" providerId="LiveId" clId="{98D0C2BF-D992-4C7D-8893-51282C9DBA7F}"/>
    <pc:docChg chg="modSld">
      <pc:chgData name="shravankadavergu@outlook.com" userId="ab57b37da42db099" providerId="LiveId" clId="{98D0C2BF-D992-4C7D-8893-51282C9DBA7F}" dt="2026-05-06T13:15:37.313" v="9"/>
      <pc:docMkLst>
        <pc:docMk/>
      </pc:docMkLst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56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57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58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59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0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1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2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3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4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5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6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7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7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shravankadavergu@outlook.com" userId="ab57b37da42db099" providerId="LiveId" clId="{98D0C2BF-D992-4C7D-8893-51282C9DBA7F}" dt="2026-05-06T13:15:37.313" v="9"/>
        <pc:sldMkLst>
          <pc:docMk/>
          <pc:sldMk cId="0" sldId="268"/>
        </pc:sldMkLst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8"/>
            <ac:spMk id="2" creationId="{00000000-0000-0000-0000-000000000000}"/>
          </ac:spMkLst>
        </pc:spChg>
        <pc:spChg chg="mod">
          <ac:chgData name="shravankadavergu@outlook.com" userId="ab57b37da42db099" providerId="LiveId" clId="{98D0C2BF-D992-4C7D-8893-51282C9DBA7F}" dt="2026-05-06T13:15:37.313" v="9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3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1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4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7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1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9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273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Key Management Service (KMS)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KMS is a fully managed service by Amazon Web Services used to create and control encryption keys for securing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sensitive data</a:t>
            </a:r>
          </a:p>
          <a:p>
            <a:r>
              <a:t>Centralized key management</a:t>
            </a:r>
          </a:p>
          <a:p>
            <a:r>
              <a:t>Access control for encryption keys</a:t>
            </a:r>
          </a:p>
          <a:p>
            <a:r>
              <a:t>Compliance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Encryption: Converts data into unreadable form</a:t>
            </a:r>
          </a:p>
          <a:p>
            <a:r>
              <a:t>Decryption: Converts back to original</a:t>
            </a:r>
          </a:p>
          <a:p>
            <a:r>
              <a:t>KMS Keys: Used for encryption/decryption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Managed Keys</a:t>
            </a:r>
          </a:p>
          <a:p>
            <a:r>
              <a:t>AWS Managed Keys</a:t>
            </a:r>
          </a:p>
          <a:p>
            <a:r>
              <a:t>AWS Owned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KMS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key</a:t>
            </a:r>
          </a:p>
          <a:p>
            <a:r>
              <a:t>2. Encrypt data</a:t>
            </a:r>
          </a:p>
          <a:p>
            <a:r>
              <a:t>3. Store securely</a:t>
            </a:r>
          </a:p>
          <a:p>
            <a:r>
              <a:t>4. Decrypt when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</a:t>
            </a:r>
          </a:p>
          <a:p>
            <a:r>
              <a:t>Secure storage (HSM)</a:t>
            </a:r>
          </a:p>
          <a:p>
            <a:r>
              <a:t>IAM access control</a:t>
            </a:r>
          </a:p>
          <a:p>
            <a:r>
              <a:t>Automatic key rotation</a:t>
            </a:r>
          </a:p>
          <a:p>
            <a:r>
              <a:t>AWS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AES-256 encryption</a:t>
            </a:r>
          </a:p>
          <a:p>
            <a:r>
              <a:t>IAM roles and policies</a:t>
            </a:r>
          </a:p>
          <a:p>
            <a:r>
              <a:t>Key policies</a:t>
            </a:r>
          </a:p>
          <a:p>
            <a:r>
              <a:t>Audit logs via CloudTrail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S3, EBS, RDS, Lambda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security</a:t>
            </a:r>
          </a:p>
          <a:p>
            <a:r>
              <a:t>Centralized management</a:t>
            </a:r>
          </a:p>
          <a:p>
            <a:r>
              <a:t>Easy integration</a:t>
            </a:r>
          </a:p>
          <a:p>
            <a:r>
              <a:t>Auto rotation</a:t>
            </a:r>
          </a:p>
          <a:p>
            <a:r>
              <a:t>Pay-per-use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for usage</a:t>
            </a:r>
          </a:p>
          <a:p>
            <a:r>
              <a:t>Permission complexity</a:t>
            </a:r>
          </a:p>
          <a:p>
            <a:r>
              <a:t>Region-specific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encryption</a:t>
            </a:r>
          </a:p>
          <a:p>
            <a:r>
              <a:t>Securing credentials</a:t>
            </a:r>
          </a:p>
          <a:p>
            <a:r>
              <a:t>Cloud data protection</a:t>
            </a:r>
          </a:p>
          <a:p>
            <a:r>
              <a:t>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file to S3 → Encrypt with KMS → Only authorized users can decrypt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181</Words>
  <Application>Microsoft Office PowerPoint</Application>
  <PresentationFormat>On-screen Show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Rockwell</vt:lpstr>
      <vt:lpstr>Gallery</vt:lpstr>
      <vt:lpstr>AWS Key Management Service (KMS)</vt:lpstr>
      <vt:lpstr>Definition</vt:lpstr>
      <vt:lpstr>Purpose</vt:lpstr>
      <vt:lpstr>Key Concepts</vt:lpstr>
      <vt:lpstr>Types of Keys</vt:lpstr>
      <vt:lpstr>How KMS Works</vt:lpstr>
      <vt:lpstr>Key Features</vt:lpstr>
      <vt:lpstr>Security Features</vt:lpstr>
      <vt:lpstr>Integration</vt:lpstr>
      <vt:lpstr>Advantages</vt:lpstr>
      <vt:lpstr>Limitations</vt:lpstr>
      <vt:lpstr>Use Cases</vt:lpstr>
      <vt:lpstr>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2026-05-06T13:15:44Z</dcterms:modified>
  <cp:category/>
</cp:coreProperties>
</file>