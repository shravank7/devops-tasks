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2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0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62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48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81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9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07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80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1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22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18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65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0138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36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92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43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914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1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224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applications without managing servers.</a:t>
            </a:r>
          </a:p>
          <a:p>
            <a:r>
              <a:t>AWS manages infrastructure, scaling, and maintenance.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Event-driven compute service.</a:t>
            </a:r>
          </a:p>
          <a:p>
            <a:r>
              <a:t>Runs code automatically.</a:t>
            </a:r>
          </a:p>
          <a:p>
            <a:r>
              <a:t>Scales based on demand.</a:t>
            </a:r>
          </a:p>
          <a:p>
            <a:r>
              <a:t>Pay only for usage.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Event Driven Function</a:t>
            </a:r>
          </a:p>
          <a:p>
            <a:r>
              <a:rPr dirty="0"/>
              <a:t>No server management</a:t>
            </a:r>
          </a:p>
          <a:p>
            <a:r>
              <a:rPr dirty="0"/>
              <a:t>Auto scaling</a:t>
            </a:r>
          </a:p>
          <a:p>
            <a:r>
              <a:rPr dirty="0"/>
              <a:t>Cost efficient</a:t>
            </a:r>
          </a:p>
          <a:p>
            <a:r>
              <a:rPr dirty="0"/>
              <a:t>Multi-language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AWS Lambda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645920" cy="914400"/>
          </a:xfrm>
          <a:prstGeom prst="round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828800"/>
            <a:ext cx="1645920" cy="914400"/>
          </a:xfrm>
          <a:prstGeom prst="round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API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1645920" cy="914400"/>
          </a:xfrm>
          <a:prstGeom prst="round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Lambda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1645920" cy="914400"/>
          </a:xfrm>
          <a:prstGeom prst="roundRect">
            <a:avLst/>
          </a:prstGeom>
          <a:solidFill>
            <a:srgbClr val="C8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S3 / 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processing</a:t>
            </a:r>
          </a:p>
          <a:p>
            <a:r>
              <a:t>Chatbots</a:t>
            </a:r>
          </a:p>
          <a:p>
            <a:r>
              <a:t>Backups</a:t>
            </a:r>
          </a:p>
          <a:p>
            <a:r>
              <a:t>Analytics</a:t>
            </a:r>
          </a:p>
          <a:p>
            <a:r>
              <a:t>API backend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EBS Snapshot Cleanup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Automatically delete unused EBS snapshots.</a:t>
            </a:r>
          </a:p>
          <a:p>
            <a:r>
              <a:rPr dirty="0"/>
              <a:t>Reduces storage cost.</a:t>
            </a:r>
          </a:p>
          <a:p>
            <a:r>
              <a:rPr dirty="0"/>
              <a:t>Runs on schedule using CloudWatch.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Fetch snapshots owned by account.</a:t>
            </a:r>
          </a:p>
          <a:p>
            <a:r>
              <a:t>Get active EC2 instances.</a:t>
            </a:r>
          </a:p>
          <a:p>
            <a:r>
              <a:t>Check if snapshot volume is unused.</a:t>
            </a:r>
          </a:p>
          <a:p>
            <a:r>
              <a:t>Delete stale snapshots.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EBS Snapshot Cleanup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828800" cy="914400"/>
          </a:xfrm>
          <a:prstGeom prst="roundRect">
            <a:avLst/>
          </a:prstGeom>
          <a:solidFill>
            <a:srgbClr val="FFE6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CloudWatch 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1828800" cy="914400"/>
          </a:xfrm>
          <a:prstGeom prst="roundRect">
            <a:avLst/>
          </a:prstGeom>
          <a:solidFill>
            <a:srgbClr val="FFE6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Lambda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1828800" cy="914400"/>
          </a:xfrm>
          <a:prstGeom prst="roundRect">
            <a:avLst/>
          </a:prstGeom>
          <a:solidFill>
            <a:srgbClr val="FFE6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EBS Snapshots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optimization</a:t>
            </a:r>
          </a:p>
          <a:p>
            <a:r>
              <a:t>Automation</a:t>
            </a:r>
          </a:p>
          <a:p>
            <a:r>
              <a:t>No manual cleanup</a:t>
            </a:r>
          </a:p>
          <a:p>
            <a:r>
              <a:t>Efficient storage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Lambda enables automation and efficiency.</a:t>
            </a:r>
          </a:p>
          <a:p>
            <a:r>
              <a:t>Ideal for cost-saving and event-driven workloads.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</TotalTime>
  <Words>148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Serverless Computing</vt:lpstr>
      <vt:lpstr>AWS Lambda</vt:lpstr>
      <vt:lpstr>Lambda Features</vt:lpstr>
      <vt:lpstr>PowerPoint Presentation</vt:lpstr>
      <vt:lpstr>Use Cases</vt:lpstr>
      <vt:lpstr>EBS Snapshot Cleanup</vt:lpstr>
      <vt:lpstr>How It Works</vt:lpstr>
      <vt:lpstr>PowerPoint Presentation</vt:lpstr>
      <vt:lpstr>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shravan</dc:creator>
  <cp:keywords/>
  <dc:description>generated using python-pptx</dc:description>
  <cp:lastModifiedBy>shravankadavergu@outlook.com</cp:lastModifiedBy>
  <cp:revision>2</cp:revision>
  <dcterms:created xsi:type="dcterms:W3CDTF">2013-01-27T09:14:16Z</dcterms:created>
  <dcterms:modified xsi:type="dcterms:W3CDTF">2026-05-06T11:07:30Z</dcterms:modified>
  <cp:category/>
</cp:coreProperties>
</file>