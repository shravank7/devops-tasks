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7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7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9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1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4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6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6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0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88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1749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7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14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97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84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3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7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Managed Message Broker Service by AWS</a:t>
            </a:r>
          </a:p>
          <a:p>
            <a:r>
              <a:rPr dirty="0"/>
              <a:t>Supports Apache ActiveMQ and RabbitMQ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MQ is a managed message broker service</a:t>
            </a:r>
          </a:p>
          <a:p>
            <a:r>
              <a:t>Helps applications communicate securely</a:t>
            </a:r>
          </a:p>
          <a:p>
            <a:r>
              <a:t>Supports industry-standard messaging protocols</a:t>
            </a:r>
          </a:p>
          <a:p>
            <a:r>
              <a:t>Fully managed by AWS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AWS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infrastructure management</a:t>
            </a:r>
          </a:p>
          <a:p>
            <a:r>
              <a:t>Easy migration from existing brokers</a:t>
            </a:r>
          </a:p>
          <a:p>
            <a:r>
              <a:t>Supports legacy applications</a:t>
            </a:r>
          </a:p>
          <a:p>
            <a:r>
              <a:t>Provides reliable messaging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MQ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send messages to broker</a:t>
            </a:r>
          </a:p>
          <a:p>
            <a:r>
              <a:t>Broker stores and routes messages</a:t>
            </a:r>
          </a:p>
          <a:p>
            <a:r>
              <a:t>Consumers receive messages</a:t>
            </a:r>
          </a:p>
          <a:p>
            <a:r>
              <a:t>Ensures reliable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Message Brokers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ActiveMQ</a:t>
            </a:r>
          </a:p>
          <a:p>
            <a:r>
              <a:t>RabbitMQ</a:t>
            </a:r>
          </a:p>
          <a:p>
            <a:r>
              <a:t>Industry-standard APIs and protocols</a:t>
            </a:r>
          </a:p>
          <a:p>
            <a:r>
              <a:t>Easy integration with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 service</a:t>
            </a:r>
          </a:p>
          <a:p>
            <a:r>
              <a:t>High availability</a:t>
            </a:r>
          </a:p>
          <a:p>
            <a:r>
              <a:t>Automatic backups</a:t>
            </a:r>
          </a:p>
          <a:p>
            <a:r>
              <a:t>Monitoring with CloudWatch</a:t>
            </a:r>
          </a:p>
          <a:p>
            <a:r>
              <a:t>Secure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JMS</a:t>
            </a:r>
          </a:p>
          <a:p>
            <a:r>
              <a:t>AMQP</a:t>
            </a:r>
          </a:p>
          <a:p>
            <a:r>
              <a:t>MQTT</a:t>
            </a:r>
          </a:p>
          <a:p>
            <a:r>
              <a:t>STOMP</a:t>
            </a:r>
          </a:p>
          <a:p>
            <a:r>
              <a:t>OpenWire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messaging</a:t>
            </a:r>
          </a:p>
          <a:p>
            <a:r>
              <a:t>Financial systems</a:t>
            </a:r>
          </a:p>
          <a:p>
            <a:r>
              <a:t>Retail applications</a:t>
            </a:r>
          </a:p>
          <a:p>
            <a:r>
              <a:t>IoT communication</a:t>
            </a:r>
          </a:p>
          <a:p>
            <a:r>
              <a:t>Legacy system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MQ vs Amazon SQS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MQ supports standard protocols</a:t>
            </a:r>
          </a:p>
          <a:p>
            <a:r>
              <a:t>SQS is serverless queue service</a:t>
            </a:r>
          </a:p>
          <a:p>
            <a:r>
              <a:t>AWS MQ is broker-based</a:t>
            </a:r>
          </a:p>
          <a:p>
            <a:r>
              <a:t>SQS is simpler and highly scalable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migration</a:t>
            </a:r>
          </a:p>
          <a:p>
            <a:r>
              <a:t>Managed infrastructure</a:t>
            </a:r>
          </a:p>
          <a:p>
            <a:r>
              <a:t>Secure and reliable</a:t>
            </a:r>
          </a:p>
          <a:p>
            <a:r>
              <a:t>Flexible protocol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encryption</a:t>
            </a:r>
          </a:p>
          <a:p>
            <a:r>
              <a:t>Use monitoring tools</a:t>
            </a:r>
          </a:p>
          <a:p>
            <a:r>
              <a:t>Configure backups</a:t>
            </a:r>
          </a:p>
          <a:p>
            <a:r>
              <a:t>Use multi-AZ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MQ is a managed message broker</a:t>
            </a:r>
          </a:p>
          <a:p>
            <a:r>
              <a:t>Supports ActiveMQ and RabbitMQ</a:t>
            </a:r>
          </a:p>
          <a:p>
            <a:r>
              <a:t>Ideal for enterprise messaging systems</a:t>
            </a:r>
          </a:p>
          <a:p>
            <a:r>
              <a:t>Provides reliable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197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AWS MQ</vt:lpstr>
      <vt:lpstr>What is AWS MQ?</vt:lpstr>
      <vt:lpstr>Why Use AWS MQ?</vt:lpstr>
      <vt:lpstr>How AWS MQ Works</vt:lpstr>
      <vt:lpstr>Supported Message Brokers</vt:lpstr>
      <vt:lpstr>Key Features</vt:lpstr>
      <vt:lpstr>Messaging Protocols</vt:lpstr>
      <vt:lpstr>Use Cases</vt:lpstr>
      <vt:lpstr>AWS MQ vs Amazon SQS</vt:lpstr>
      <vt:lpstr>Advantages</vt:lpstr>
      <vt:lpstr>Best Practices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2026-05-07T06:22:35Z</dcterms:modified>
  <cp:category/>
</cp:coreProperties>
</file>