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3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6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0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4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33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6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90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58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1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18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190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6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30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011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74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9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73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AWS API Gateway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API Gateway is a fully managed service by Amazon Web Services that helps create, publish, secure, and monitor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→ API Gateway → Backend (Lambda / EC2 / DynamoDB) →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</a:t>
            </a:r>
          </a:p>
          <a:p>
            <a:r>
              <a:t>HTTP API</a:t>
            </a:r>
          </a:p>
          <a:p>
            <a:r>
              <a:t>WebSocket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managed, scalable, request routing, API versioning, monitoring via CloudWatch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IAM authentication, API keys, OAuth/JWT, Cognito, throttling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Lambda, EC2, S3, DynamoDB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server management, scalable, secure, pay-per-use, easy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at scale, configuration complexity, Lambda cold start latency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apps, microservices, serverless APIs, real-time apps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→ API Gateway → Lambda → Database → Response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141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AWS API Gateway</vt:lpstr>
      <vt:lpstr>Definition</vt:lpstr>
      <vt:lpstr>Architecture</vt:lpstr>
      <vt:lpstr>Types of APIs</vt:lpstr>
      <vt:lpstr>Key Features</vt:lpstr>
      <vt:lpstr>Security Features</vt:lpstr>
      <vt:lpstr>Integration</vt:lpstr>
      <vt:lpstr>Advantages</vt:lpstr>
      <vt:lpstr>Limitations</vt:lpstr>
      <vt:lpstr>Use Cases</vt:lpstr>
      <vt:lpstr>Example Flow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2026-05-06T11:21:23Z</dcterms:modified>
  <cp:category/>
</cp:coreProperties>
</file>