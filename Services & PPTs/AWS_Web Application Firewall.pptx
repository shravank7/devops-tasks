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9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5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5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7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27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0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1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8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4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2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53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421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95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08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08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Web Application Firewall (WAF)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Protects web applications from attacks</a:t>
            </a:r>
          </a:p>
          <a:p>
            <a:r>
              <a:rPr dirty="0"/>
              <a:t>Managed security service by AWS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WAF?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WAF filters and monitors HTTP/HTTPS requests</a:t>
            </a:r>
          </a:p>
          <a:p>
            <a:r>
              <a:t>Protects web applications from common attacks</a:t>
            </a:r>
          </a:p>
          <a:p>
            <a:r>
              <a:t>Helps block malicious traffic</a:t>
            </a:r>
          </a:p>
          <a:p>
            <a:r>
              <a:t>Fully managed AWS security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AWS WAF?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against SQL Injection</a:t>
            </a:r>
          </a:p>
          <a:p>
            <a:r>
              <a:t>Prevent Cross-Site Scripting (XSS)</a:t>
            </a:r>
          </a:p>
          <a:p>
            <a:r>
              <a:t>Block malicious bots</a:t>
            </a:r>
          </a:p>
          <a:p>
            <a:r>
              <a:t>Improve web application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WAF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sends request</a:t>
            </a:r>
          </a:p>
          <a:p>
            <a:r>
              <a:t>AWS WAF checks security rules</a:t>
            </a:r>
          </a:p>
          <a:p>
            <a:r>
              <a:t>Malicious traffic gets blocked</a:t>
            </a:r>
          </a:p>
          <a:p>
            <a:r>
              <a:t>Safe traffic reaches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security rules</a:t>
            </a:r>
          </a:p>
          <a:p>
            <a:r>
              <a:t>Rate limiting</a:t>
            </a:r>
          </a:p>
          <a:p>
            <a:r>
              <a:t>IP blocking</a:t>
            </a:r>
          </a:p>
          <a:p>
            <a:r>
              <a:t>Real-time monitoring</a:t>
            </a:r>
          </a:p>
          <a:p>
            <a:r>
              <a:t>Bot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CloudFront</a:t>
            </a:r>
          </a:p>
          <a:p>
            <a:r>
              <a:t>Application Load Balancer</a:t>
            </a:r>
          </a:p>
          <a:p>
            <a:r>
              <a:t>Amazon API Gateway</a:t>
            </a:r>
          </a:p>
          <a:p>
            <a:r>
              <a:t>AWS AppSync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Attacks Prevented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Injection</a:t>
            </a:r>
          </a:p>
          <a:p>
            <a:r>
              <a:t>Cross-Site Scripting (XSS)</a:t>
            </a:r>
          </a:p>
          <a:p>
            <a:r>
              <a:t>DDoS attacks</a:t>
            </a:r>
          </a:p>
          <a:p>
            <a:r>
              <a:t>Bot attacks</a:t>
            </a:r>
          </a:p>
          <a:p>
            <a:r>
              <a:t>Malicious requests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 protection</a:t>
            </a:r>
          </a:p>
          <a:p>
            <a:r>
              <a:t>API security</a:t>
            </a:r>
          </a:p>
          <a:p>
            <a:r>
              <a:t>Traffic filtering</a:t>
            </a:r>
          </a:p>
          <a:p>
            <a:r>
              <a:t>Blocking unauthorized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security</a:t>
            </a:r>
          </a:p>
          <a:p>
            <a:r>
              <a:t>Easy rule management</a:t>
            </a:r>
          </a:p>
          <a:p>
            <a:r>
              <a:t>Cost-effective</a:t>
            </a:r>
          </a:p>
          <a:p>
            <a:r>
              <a:t>Cloud-native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WAF vs Traditional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WAF protects applications</a:t>
            </a:r>
          </a:p>
          <a:p>
            <a:r>
              <a:t>Traditional firewall protects networks</a:t>
            </a:r>
          </a:p>
          <a:p>
            <a:r>
              <a:t>WAF works at Layer 7</a:t>
            </a:r>
          </a:p>
          <a:p>
            <a:r>
              <a:t>Traditional firewall works at lower layers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logging</a:t>
            </a:r>
          </a:p>
          <a:p>
            <a:r>
              <a:t>Use managed rule groups</a:t>
            </a:r>
          </a:p>
          <a:p>
            <a:r>
              <a:t>Monitor traffic regularly</a:t>
            </a:r>
          </a:p>
          <a:p>
            <a:r>
              <a:t>Apply rate limiting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WAF secures web applications</a:t>
            </a:r>
          </a:p>
          <a:p>
            <a:r>
              <a:t>Protects against common web attacks</a:t>
            </a:r>
          </a:p>
          <a:p>
            <a:r>
              <a:t>Provides scalable cloud security</a:t>
            </a:r>
          </a:p>
          <a:p>
            <a:r>
              <a:t>Integrates with AWS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210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AWS Web Application Firewall (WAF)</vt:lpstr>
      <vt:lpstr>What is AWS WAF?</vt:lpstr>
      <vt:lpstr>Why Use AWS WAF?</vt:lpstr>
      <vt:lpstr>How AWS WAF Works</vt:lpstr>
      <vt:lpstr>Key Features</vt:lpstr>
      <vt:lpstr>AWS Services Integration</vt:lpstr>
      <vt:lpstr>Common Attacks Prevented</vt:lpstr>
      <vt:lpstr>Use Cases</vt:lpstr>
      <vt:lpstr>Advantages</vt:lpstr>
      <vt:lpstr>AWS WAF vs Traditional Firewall</vt:lpstr>
      <vt:lpstr>Best Practices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2026-05-07T09:50:11Z</dcterms:modified>
  <cp:category/>
</cp:coreProperties>
</file>